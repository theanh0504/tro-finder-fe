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3444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TÌM KIẾM VÀ QUẢN LÝ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 TRỌ TRỰC TUYẾN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(TroFinder)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</a:rPr>
              <a:t>Đồ án tốt nghiệp — Chương trình Khoa học Máy tính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Sinh viên: Hoàng Thế Anh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Email: anh.ht204508@sis.hust.edu.vn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GVHD: ThS. Vũ Đức Vượng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Đại học Bách khoa Hà Nội —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237744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309360" y="1097280"/>
            <a:ext cx="2377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[Chèn ảnh]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Logo ĐHBK / Screenshot trang chủ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BÀI TOÁN ĐẶT RA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1645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Phản biện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thuê phòng trọ tăng cao tại đô thị (sinh viên, lao động)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Thị trường chủ yếu qua MXH / website rao vặt → thông tin phân tán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khăn hiện tại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thuê: tin giả, ảnh không đúng, khó kiểm chứng chủ trọ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trọ: quản lý thủ công (sổ sách, Zalo), HĐ &amp; thu tiền rời rạc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phân mảnh: tìm phòng → chat ngoài → ký giấy → không theo dõi sau thuê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397764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965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</a:rPr>
              <a:t>Bài toán: Xây dựng nền tảng web KHÉP KÍN — từ tìm phòng đến HĐ, thanh toán, vận hành sau thuê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868680"/>
            <a:ext cx="2788920" cy="3794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943600" y="868680"/>
            <a:ext cx="27889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[Chèn ảnh]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Sơ đồ hiện trạng vs TroFinder (Hình 2.8)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TroFinder — Hoàng Thế Anh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PHẠM VI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hóa toàn bộ vòng đời thuê trọ trên một website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Phục vụ: người thuê, chủ trọ (quy mô vừa &amp; nhỏ), quản trị viên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 biệt so với "bảng tin" rao vặt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thực (SSO, 2FA), định danh OCR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hợp đồng điện tử, ký số, thanh toán theo tháng, nhắc việc tự động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 đồ án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web (Angular + Spring Boot)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app mobile; thanh toán QR + xác nhận thủ công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914400"/>
          <a:ext cx="3108960" cy="2377440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Tính năng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MXH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Rao vặt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TroFinder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Chat trực tiếp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Qua MXH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Không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Có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HĐ điện tử + ký số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Không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Không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Có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OCR định danh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Không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Không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Có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QL thanh toán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Không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Không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Có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Nhắc hạn HĐ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Không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Không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Có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23560" y="33375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</a:rPr>
              <a:t>(Bảng 6.1 rút gọn)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TroFinder — Hoàng Thế Anh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PHƯƠNG ÁN THỰC HIỆN — Kiến trúc hệ thống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5120640" cy="228600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Kiến trúc Client–Server, FE/BE tách biệt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┌─────────────┐     REST API      ┌──────────────────┐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Angular SPA │ ◄──────────────► │ Spring Boot API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└─────────────┘                   └────────┬─────────┘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┌────────────────────────┼────────────────────────┐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▼                        ▼                        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MySQL                   MinIO              OCR / Email / WS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32461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FE: Angular, TypeScript, Leaflet (OpenStreetMap)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BE: Java 17, Spring Boot, Spring Security (JWT), JPA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&amp; file: MySQL, MinIO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Real-time: WebSocket/STOMP (chat)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OCR: VNeID QR + OCR.Space + DeepSeek OCR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822960"/>
            <a:ext cx="3063240" cy="38404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0" y="822960"/>
            <a:ext cx="30632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[Chèn ảnh]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Biểu đồ gói BE/FE (Hình 4.1–4.2)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TroFinder — Hoàng Thế Anh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nghiệp vụ khép kín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5029200" cy="2560320"/>
          </a:xfrm>
          <a:prstGeom prst="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Tìm &amp; lọc phòng (bản đồ)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  → Xem chi tiết / lưu phòng / chat chủ trọ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  → Định danh OCR (CCCD)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  → Tạo hợp đồng → Xác nhận → Ký số 2 bên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  → HĐ hoàn thành → Phòng "đã thuê"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  → Thanh toán tháng + QR + nhắc email/Telegram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657600"/>
            <a:ext cx="5029200" cy="82296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490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Máy trạng thái HĐ: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DRAFT → PROPOSED → COUNTERPARTY_CONFIRMED → Ký tuần tự → COMPLETED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23560" y="868680"/>
            <a:ext cx="3108960" cy="3611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623560" y="868680"/>
            <a:ext cx="310896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[Chèn ảnh]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Quy trình tìm phòng &amp; ký HĐ (Hình 2.8)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TroFinder — Hoàng Thế Anh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giải pháp then chốt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(1) Quy trình khép kín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30759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Một tài khoản — nhiều vai trò; dữ liệu phòng–HĐ–thanh toán liên kết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(2) HĐ điện tử HTML → PDF + ký số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73168" y="130759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Mẫu tự điền; preview; ký tuần tự; không hoàn thành khi thiếu 1 bên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423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(3) Định danh OCR căn cước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770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Tự trích xuất; tái sử dụng khi tạo HĐ; tăng độ tin cậy tài khoản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33172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423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(4) Thanh toán &amp; nhắc việc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27706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RoomPayment/tháng; breakdown điện nước; QR; cron + email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86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</a:rPr>
              <a:t>(5) Tìm phòng trực quan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423367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Bộ lọc đa tiêu chí + bản đồ OSM + trạng thái phòng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97764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563"/>
                </a:solidFill>
              </a:rPr>
              <a:t>[Chèn collage: bản đồ, OCR, HĐ, dashboard — Hình 4.4–4.6]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TroFinder — Hoàng Thế Anh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KẾT QUẢ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Sản phẩm hoàn thiện
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TroFinder: tìm phòng, quản lý nhà trọ, dashboard HĐ, chat, admin RBAC</a:t>
            </a:r>
            <a:endParaRPr lang="en-US" sz="11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đầy đủ; triển khai thử nghiệm (trofinder.io.vn, HTTPS)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hiện thực
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ký/đăng nhập (OTP, 2FA, SSO Google/Facebook)</a:t>
            </a:r>
            <a:endParaRPr lang="en-US" sz="11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kiếm + lọc + bản đồ + lưu phòng + đánh giá có điều kiện</a:t>
            </a:r>
            <a:endParaRPr lang="en-US" sz="11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WebSocket; HĐ điện tử + ký số; OCR 3 nguồn</a:t>
            </a:r>
            <a:endParaRPr lang="en-US" sz="11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 tháng, QR, breakdown, nhắc tự động &amp; thủ công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
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thủ công các luồng: tìm phòng, OCR, HĐ, thanh toán, nhắc việc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23560" y="914400"/>
            <a:ext cx="3108960" cy="35661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623560" y="91440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[Chèn ảnh]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Dashboard chủ trọ + người thuê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TroFinder — Hoàng Thế Anh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&amp; kết luận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
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Ký số: môi trường dev/demo; cần CA hợp lệ cho thương mại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phụ thuộc chất lượng ảnh; OCR GPU chưa deploy production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toán: QR + xác nhận thủ công, chưa đối soát ngân hàng</a:t>
            </a:r>
            <a:endParaRPr lang="en-US" sz="1200" dirty="0"/>
          </a:p>
          <a:p>
            <a:pPr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kiểm thử tải lớn / chưa app mobile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33756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493008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Kết luận: Đồ án đã xây dựng thành công nền tảng số hóa quy trình thuê trọ khép kín, vượt mô hình "đăng tin" truyền thống.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44348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→ Xin trình bày demo hệ thống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TroFinder — Hoàng Thế Anh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TroFinder - Phản biện đồ án</dc:title>
  <dc:subject>Hệ thống tìm kiếm và quản lý nhà trọ trực tuyến</dc:subject>
  <dc:creator>Hoàng Thế Anh</dc:creator>
  <cp:lastModifiedBy>Hoàng Thế Anh</cp:lastModifiedBy>
  <cp:revision>1</cp:revision>
  <dcterms:created xsi:type="dcterms:W3CDTF">2026-07-09T00:35:38Z</dcterms:created>
  <dcterms:modified xsi:type="dcterms:W3CDTF">2026-07-09T00:35:38Z</dcterms:modified>
</cp:coreProperties>
</file>